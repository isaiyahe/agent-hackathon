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46920" y="2468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46920" y="2468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44200" y="2468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checkout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48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DevTools agent that witnesses a bug, reconstructs it, verifies the replay, and files the issue — with your approval.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path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584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REPRO's core loop, demoed on a controlled checkout 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1F1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389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103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39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actions + failure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84448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1F1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813048" y="4389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130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13048" y="49103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813048" y="5239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repro steps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0216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1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8816" y="438912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28816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28816" y="49103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5239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and check signature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15984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1F1F2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4584" y="4389120"/>
            <a:ext cx="384048" cy="384048"/>
          </a:xfrm>
          <a:prstGeom prst="ellipse">
            <a:avLst/>
          </a:prstGeom>
          <a:solidFill>
            <a:srgbClr val="18181B"/>
          </a:solidFill>
          <a:ln w="15875">
            <a:solidFill>
              <a:srgbClr val="1818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44584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244584" y="49103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244584" y="5239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create GitHub issue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demo app · one deterministic bug · one verified replay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app is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purpose-built storefront — not a real product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04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controlled app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900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storefront REPRO fully instruments — not an arbitrary production site.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42316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404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deterministic bug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900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checkout always fails the same way, so the demo reproduces reliably every run.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48056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Resettable state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474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manual Reset Demo control clears cart/session state between takes if auto-reset stalls.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2062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480560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evidence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474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click, route, and request is exactly what REPRO's capture layer is designed to see.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path: observe → detect → correlate → reconstruct → verify → act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seeded bug: guest checkout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flow the demo app is scripted to fail 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35000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/checkout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19125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the checkout route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706624"/>
            <a:ext cx="292608" cy="256032"/>
          </a:xfrm>
          <a:prstGeom prst="rightArrow">
            <a:avLst/>
          </a:prstGeom>
          <a:solidFill>
            <a:srgbClr val="D4D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4448" y="235000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demo item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319125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gains one seeded item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706624"/>
            <a:ext cx="292608" cy="256032"/>
          </a:xfrm>
          <a:prstGeom prst="rightArrow">
            <a:avLst/>
          </a:prstGeom>
          <a:solidFill>
            <a:srgbClr val="D4D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235000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as guest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319125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account creation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32520" y="2706624"/>
            <a:ext cx="292608" cy="256032"/>
          </a:xfrm>
          <a:prstGeom prst="rightArrow">
            <a:avLst/>
          </a:prstGeom>
          <a:solidFill>
            <a:srgbClr val="D4D4D8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2148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53728" y="2350008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5372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253728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Checkout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253728" y="3191256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the checkout request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0233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· SERVER ERROR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88036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/api/checkout → 500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880360" y="4361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read properties of null (reading "id")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intentionally so the same endpoint, status, and runtime error reappear on every run — this is what “reproduced” means for the demo.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reproduced: same endpoint, same status class, same runtime error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REPRO captures while it happens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rolling buffer of evidence, frozen the moment the failure fires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actions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Clicks, inputs, and navigation in the order they happened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 page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page or view the user was 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1818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request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fetch/XHR call, its method, endpoint, and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4747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error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uncaught exception, if time permits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1F1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7091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collected: cookies, Authorization headers, password values, full DOM/HTML, full browsing history. Request/response bodies are off by default.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incident bundle only — minimal by design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Reconstruct, then verify by replay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explains the evidence; deterministic code decides whether it reproduced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incident analyst produces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and summary of observed behavior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reproduction steps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root-cause hypothesis</a:t>
            </a:r>
            <a:endParaRPr lang="en-US" sz="12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 and evidence gaps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decides whether the bug reproduced.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2148840"/>
            <a:ext cx="56235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engine reports one of four outcomes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78892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7889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807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failure signature observed again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3558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1F1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3558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not_reproduced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3741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completes, failure does not recur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92277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9227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9410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failure appears instead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9704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1F1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4897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inconclusive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507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cannot complete, e.g. locator fails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reproduction is never faked — only these four verified states exist.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code checks the signature — not the model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approve, then create the issue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reaches GitHub without an explicit user click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panel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actions, failed request, error, and reproduction steps render in the REPRO DevTools panel.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50792" y="3611880"/>
            <a:ext cx="219456" cy="274320"/>
          </a:xfrm>
          <a:prstGeom prst="rightArrow">
            <a:avLst/>
          </a:prstGeom>
          <a:solidFill>
            <a:srgbClr val="D4D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2148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42316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reviews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reads the hypothesis and confirms the replay verdict before doing anything else.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99832" y="3611880"/>
            <a:ext cx="219456" cy="274320"/>
          </a:xfrm>
          <a:prstGeom prst="rightArrow">
            <a:avLst/>
          </a:prstGeom>
          <a:solidFill>
            <a:srgbClr val="D4D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0" y="2148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2423160"/>
            <a:ext cx="457200" cy="457200"/>
          </a:xfrm>
          <a:prstGeom prst="ellipse">
            <a:avLst/>
          </a:prstGeom>
          <a:solidFill>
            <a:srgbClr val="18181B"/>
          </a:solidFill>
          <a:ln w="15875">
            <a:solidFill>
              <a:srgbClr val="1818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Issue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explicit click sends the sanitized incident and drafted Markdown to GitHub via the API.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21040" y="475488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Issue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1F1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GitHub auth or the API call fails, REPRO preserves the drafted Markdown with Retry / Copy Markdown — nothing is lost.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→ reconstruct → verify → act, with approval as the gate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1218895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19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Demo Store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46920" y="24688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46920" y="2468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744200" y="2468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checkout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0" y="804672"/>
            <a:ext cx="12188952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 does not ask you to describe the bug.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witnessed it.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8503920" cy="548640"/>
          </a:xfrm>
          <a:prstGeom prst="roundRect">
            <a:avLst>
              <a:gd name="adj" fmla="val 50000"/>
            </a:avLst>
          </a:prstGeom>
          <a:solidFill>
            <a:srgbClr val="F1F1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 happens   →   REPRO witnesses it   →   verifies it   →   approve issue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demo app · one deterministic bug · one verified replay · one real GitHub action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36015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2026-09-12T20:37:28Z</dcterms:created>
  <dcterms:modified xsi:type="dcterms:W3CDTF">2026-09-12T20:37:28Z</dcterms:modified>
</cp:coreProperties>
</file>